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Revenue Orchestration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Opportunity-Led Growth Model for Revenue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system converting real-time customer intent into revenue opportunities.</a:t>
            </a:r>
          </a:p>
          <a:p>
            <a:r>
              <a:t>Shifts CRM from campaign-led marketing to opportunity-led execution.</a:t>
            </a:r>
          </a:p>
          <a:p>
            <a:r>
              <a:t>Focus: revenue growth, conversion uplift, reduced discount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with Traditional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→ Segment → Leads → Opportunities</a:t>
            </a:r>
          </a:p>
          <a:p>
            <a:r>
              <a:t>- Mass outreach and over-discounting</a:t>
            </a:r>
          </a:p>
          <a:p>
            <a:r>
              <a:t>- Late discovery of revenue opportunities</a:t>
            </a:r>
          </a:p>
          <a:p>
            <a:r>
              <a:t>- Weak linkage between intent and execution</a:t>
            </a:r>
          </a:p>
          <a:p>
            <a:r>
              <a:t>- Low marketing 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Opportunity-first model:</a:t>
            </a:r>
          </a:p>
          <a:p>
            <a:r>
              <a:t>Customer Intent → Opportunity → Campaign Execution → Revenue</a:t>
            </a:r>
          </a:p>
          <a:p>
            <a:r>
              <a:t>- AI detects intent in real time</a:t>
            </a:r>
          </a:p>
          <a:p>
            <a:r>
              <a:t>- Opportunities created immediately</a:t>
            </a:r>
          </a:p>
          <a:p>
            <a:r>
              <a:t>- Marketing becomes execution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interaction captured</a:t>
            </a:r>
          </a:p>
          <a:p>
            <a:r>
              <a:t>2. AI detects intent (upsell / cross-sell / churn)</a:t>
            </a:r>
          </a:p>
          <a:p>
            <a:r>
              <a:t>3. Opportunity created</a:t>
            </a:r>
          </a:p>
          <a:p>
            <a:r>
              <a:t>4. Campaign activated</a:t>
            </a:r>
          </a:p>
          <a:p>
            <a:r>
              <a:t>5. Multi-channel execution</a:t>
            </a:r>
          </a:p>
          <a:p>
            <a:r>
              <a:t>6. Revenue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Opportunity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intent detection from transcripts/events</a:t>
            </a:r>
          </a:p>
          <a:p>
            <a:r>
              <a:t>- Automated Opportunity creation in CRM</a:t>
            </a:r>
          </a:p>
          <a:p>
            <a:r>
              <a:t>- Scoring: revenue potential, urgency, probability</a:t>
            </a:r>
          </a:p>
          <a:p>
            <a:r>
              <a:t>- Becomes core revenue tracking object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as Execution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Campaign supports opportunity conversion</a:t>
            </a:r>
          </a:p>
          <a:p>
            <a:r>
              <a:t>- Targeted outreach vs mass marketing</a:t>
            </a:r>
          </a:p>
          <a:p>
            <a:r>
              <a:t>- Multi-channel engagement (email, SMS, sales tasks)</a:t>
            </a:r>
          </a:p>
          <a:p>
            <a:r>
              <a:t>- Cluster-based execution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Upsell → premium bundles</a:t>
            </a:r>
          </a:p>
          <a:p>
            <a:r>
              <a:t>- Cross-sell → complementary offers</a:t>
            </a:r>
          </a:p>
          <a:p>
            <a:r>
              <a:t>- Churn → retention incentives</a:t>
            </a:r>
          </a:p>
          <a:p>
            <a:r>
              <a:t>- High-value → concierge treatment (no discount)</a:t>
            </a:r>
          </a:p>
          <a:p>
            <a:r>
              <a:t>- Controlled, precision discounting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Higher revenue per customer</a:t>
            </a:r>
          </a:p>
          <a:p>
            <a:r>
              <a:t>- Improved conversion rates</a:t>
            </a:r>
          </a:p>
          <a:p>
            <a:r>
              <a:t>- Reduced discount leakage</a:t>
            </a:r>
          </a:p>
          <a:p>
            <a:r>
              <a:t>- Faster sales cycles</a:t>
            </a:r>
          </a:p>
          <a:p>
            <a:r>
              <a:t>- Better customer experience</a:t>
            </a:r>
          </a:p>
          <a:p>
            <a:r>
              <a:t>- Higher marketing ROI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Differentiator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AI-driven revenue orchestration</a:t>
            </a:r>
          </a:p>
          <a:p>
            <a:r>
              <a:t>- Opportunity-led execution model</a:t>
            </a:r>
          </a:p>
          <a:p>
            <a:r>
              <a:t>- Closed-loop sales + marketing alignment</a:t>
            </a:r>
          </a:p>
          <a:p>
            <a:r>
              <a:t>- Real-time intent monetization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Transforms CRM into a revenue optimization engine.</a:t>
            </a:r>
          </a:p>
          <a:p>
            <a:r>
              <a:t>From campaign-driven marketing to opportunity-led growth.</a:t>
            </a:r>
          </a:p>
          <a:p>
            <a:r>
              <a:t>AI enables precision engagement and maximized revenue capture.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